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6172200" cy="10972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0"/>
            <a:ext cx="5257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/>
            </a:pPr>
            <a:r>
              <a:t>⚠️别再手动工作了！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0"/>
            <a:ext cx="5257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/>
            </a:pPr>
            <a:r>
              <a:t>每天加班到深夜？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0"/>
            <a:ext cx="5257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/>
            </a:pPr>
            <a:r>
              <a:t>工具 1：自动写文档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0"/>
            <a:ext cx="5257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/>
            </a:pPr>
            <a:r>
              <a:t>3 秒生成！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0"/>
            <a:ext cx="5257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/>
            </a:pPr>
            <a:r>
              <a:t>工具 2：自动做 PPT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0"/>
            <a:ext cx="5257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/>
            </a:pPr>
            <a:r>
              <a:t>效率翻倍！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0"/>
            <a:ext cx="5257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/>
            </a:pPr>
            <a:r>
              <a:t>之前 3 小时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0"/>
            <a:ext cx="5257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/>
            </a:pPr>
            <a:r>
              <a:t>现在 3 分钟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0"/>
            <a:ext cx="5257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/>
            </a:pPr>
            <a:r>
              <a:t>评论区领工具👇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